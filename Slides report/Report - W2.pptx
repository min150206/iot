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1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54864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Report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8229600" cy="36576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9" name="Text 7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v5  ·  Numberplate Detection  ·  ESP32-S3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– Week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164592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0700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64592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Collection &amp; Labeling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07568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Gathered and annotated car numberplate images for YOLOv5 training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97280"/>
            <a:ext cx="64008" cy="164592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20700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92040" y="164592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 Model Training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207568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custom YOLOv5 model achieving mAP@0.5 of 0.95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01752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017520"/>
            <a:ext cx="64008" cy="164592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546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1272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" y="35661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Testing &amp; Inference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399592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detection accuracy and inference speed on test images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3017520"/>
            <a:ext cx="41148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017520"/>
            <a:ext cx="64008" cy="164592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1272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892040" y="35661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ESP32-S3 Integration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92040" y="399592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finalized; ESP32-S3 successfully receiving &amp; processing detections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Collection &amp; Model 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/ 02  ·  Progress – Week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374904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8" name="Text 5"/>
          <p:cNvSpPr/>
          <p:nvPr/>
        </p:nvSpPr>
        <p:spPr>
          <a:xfrm>
            <a:off x="457200" y="1664335"/>
            <a:ext cx="417893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Preparation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35661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</a:t>
            </a: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Car numberplate images
</a:t>
            </a:r>
            <a:r>
              <a:rPr lang="en-US" sz="150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Labeling:</a:t>
            </a: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Manual annotation (bounding boxes)
</a:t>
            </a:r>
            <a:r>
              <a:rPr lang="en-US" sz="150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Format:</a:t>
            </a: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YOLO txt label format
</a:t>
            </a:r>
            <a:r>
              <a:rPr lang="en-US" sz="150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Split:</a:t>
            </a: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Train / Validation / Test sets
</a:t>
            </a:r>
            <a:r>
              <a:rPr lang="en-US" sz="150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Model:</a:t>
            </a:r>
            <a:r>
              <a:rPr lang="en-US" sz="15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YOLOv5 (custom trained)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0" y="1051560"/>
            <a:ext cx="425196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051560"/>
            <a:ext cx="64008" cy="374904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13" name="Text 9"/>
          <p:cNvSpPr/>
          <p:nvPr/>
        </p:nvSpPr>
        <p:spPr>
          <a:xfrm>
            <a:off x="4846320" y="135813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Outcome</a:t>
            </a:r>
            <a:endParaRPr lang="en-US" sz="4000" dirty="0"/>
          </a:p>
        </p:txBody>
      </p:sp>
      <p:sp>
        <p:nvSpPr>
          <p:cNvPr id="14" name="Shape 10"/>
          <p:cNvSpPr/>
          <p:nvPr/>
        </p:nvSpPr>
        <p:spPr>
          <a:xfrm>
            <a:off x="4846320" y="2148840"/>
            <a:ext cx="3749040" cy="1280160"/>
          </a:xfrm>
          <a:prstGeom prst="rect">
            <a:avLst/>
          </a:prstGeom>
          <a:solidFill>
            <a:srgbClr val="00B4D8">
              <a:alpha val="12000"/>
            </a:srgbClr>
          </a:solidFill>
        </p:spPr>
      </p:sp>
      <p:sp>
        <p:nvSpPr>
          <p:cNvPr id="15" name="Text 11"/>
          <p:cNvSpPr/>
          <p:nvPr/>
        </p:nvSpPr>
        <p:spPr>
          <a:xfrm>
            <a:off x="4846320" y="2194560"/>
            <a:ext cx="3749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0.95</a:t>
            </a:r>
            <a:endParaRPr lang="en-US" sz="5600" dirty="0"/>
          </a:p>
        </p:txBody>
      </p:sp>
      <p:sp>
        <p:nvSpPr>
          <p:cNvPr id="16" name="Text 12"/>
          <p:cNvSpPr/>
          <p:nvPr/>
        </p:nvSpPr>
        <p:spPr>
          <a:xfrm>
            <a:off x="4846320" y="2944368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@ 0.5  (Primary Metric)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09160" y="35204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completed successfully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detection accuracy on numberplates.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is ready for integration and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rcRect r="26188"/>
          <a:stretch>
            <a:fillRect/>
          </a:stretch>
        </p:blipFill>
        <p:spPr>
          <a:xfrm>
            <a:off x="53975" y="1390015"/>
            <a:ext cx="5434965" cy="319722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Testing &amp; Inference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02  ·  Progress – Week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Performance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234440"/>
            <a:ext cx="3246120" cy="74980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8988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08192" y="1325880"/>
            <a:ext cx="2606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car numberplates accurately under varied conditions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577840" y="2103120"/>
            <a:ext cx="3246120" cy="74980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25856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08192" y="2194560"/>
            <a:ext cx="2606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 runs on Python backend connected via MQTT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577840" y="2971800"/>
            <a:ext cx="3246120" cy="74980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312724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08192" y="3063240"/>
            <a:ext cx="2606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Bounding box output fed to SQLite log database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577840" y="3840480"/>
            <a:ext cx="3246120" cy="74980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3995928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08192" y="3931920"/>
            <a:ext cx="2606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validated against held-out test set</a:t>
            </a:r>
            <a:endParaRPr lang="en-US" sz="10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r="-347" b="7259"/>
          <a:stretch>
            <a:fillRect/>
          </a:stretch>
        </p:blipFill>
        <p:spPr>
          <a:xfrm>
            <a:off x="53975" y="1390015"/>
            <a:ext cx="5530850" cy="3196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Integration – ESP32-S3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– Week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374904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6420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Hardware: Finalized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3657600" cy="420624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10" name="Text 7"/>
          <p:cNvSpPr/>
          <p:nvPr/>
        </p:nvSpPr>
        <p:spPr>
          <a:xfrm>
            <a:off x="548640" y="22128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Mainboard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20240" y="22128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ESP32-S3 DevKit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651760"/>
            <a:ext cx="36576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548640" y="27157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920240" y="27157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OV7670 (with FIFO)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154680"/>
            <a:ext cx="3657600" cy="420624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16" name="Text 13"/>
          <p:cNvSpPr/>
          <p:nvPr/>
        </p:nvSpPr>
        <p:spPr>
          <a:xfrm>
            <a:off x="548640" y="32186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920240" y="3218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MQTT Broker (Wi-Fi)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36576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6"/>
          <p:cNvSpPr/>
          <p:nvPr/>
        </p:nvSpPr>
        <p:spPr>
          <a:xfrm>
            <a:off x="548640" y="37216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920240" y="37216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 README file]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160520"/>
            <a:ext cx="3657600" cy="420624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22" name="Text 19"/>
          <p:cNvSpPr/>
          <p:nvPr/>
        </p:nvSpPr>
        <p:spPr>
          <a:xfrm>
            <a:off x="548640" y="42245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920240" y="42245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inference &amp; logic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1051560"/>
            <a:ext cx="64008" cy="374904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31" name="Text 25"/>
          <p:cNvSpPr/>
          <p:nvPr/>
        </p:nvSpPr>
        <p:spPr>
          <a:xfrm>
            <a:off x="5212080" y="2688336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212080" y="320040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10" y="1051560"/>
            <a:ext cx="281114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Plans for Week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  ·  UPCOMING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697480" cy="38862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Shape 5"/>
          <p:cNvSpPr/>
          <p:nvPr/>
        </p:nvSpPr>
        <p:spPr>
          <a:xfrm>
            <a:off x="2359152" y="1234440"/>
            <a:ext cx="411480" cy="4114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1737487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Sensor Firmware</a:t>
            </a:r>
            <a:endParaRPr lang="en-US" sz="1500" b="1" dirty="0">
              <a:solidFill>
                <a:srgbClr val="0D1B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3192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" name="Shape 9"/>
          <p:cNvSpPr/>
          <p:nvPr/>
        </p:nvSpPr>
        <p:spPr>
          <a:xfrm>
            <a:off x="420624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&amp; integrate motion sensor module with ESP32-S3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" y="31638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firmware driver for motion detection events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0624" y="37856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71246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 camera capture on motion detection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" y="44074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4334256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sensor sensitivity and response timing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28416" y="1097280"/>
            <a:ext cx="2697480" cy="38862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28416" y="1097280"/>
            <a:ext cx="2697480" cy="64008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2" name="Shape 19"/>
          <p:cNvSpPr/>
          <p:nvPr/>
        </p:nvSpPr>
        <p:spPr>
          <a:xfrm>
            <a:off x="5431536" y="1234440"/>
            <a:ext cx="411480" cy="41148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31536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99155" y="1700530"/>
            <a:ext cx="278511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&amp; Firmware Integration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465576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Shape 23"/>
          <p:cNvSpPr/>
          <p:nvPr/>
        </p:nvSpPr>
        <p:spPr>
          <a:xfrm>
            <a:off x="3493008" y="2542032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94176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firmware event pipeline to Python backend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493008" y="3163824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94176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end-to-end flow: motion → capture → YOLO → log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493008" y="3785616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94176" y="371246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 MQTT message handling between device &amp; server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493008" y="4407408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94176" y="4334256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 SQLite records are written reliably on each event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400800" y="1097280"/>
            <a:ext cx="2697480" cy="38862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400800" y="109728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7" name="Shape 33"/>
          <p:cNvSpPr/>
          <p:nvPr/>
        </p:nvSpPr>
        <p:spPr>
          <a:xfrm>
            <a:off x="8503920" y="1234440"/>
            <a:ext cx="411480" cy="4114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503920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652260" y="1700657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&amp; Stabilisation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6537960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Shape 37"/>
          <p:cNvSpPr/>
          <p:nvPr/>
        </p:nvSpPr>
        <p:spPr>
          <a:xfrm>
            <a:off x="6565392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766560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and fix timing/sync issues in firmware ↔ backend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565392" y="31638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766560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stress tests with repeated detection cycles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565392" y="37856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766560" y="371246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logs and validate data integrity in SQLite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 : Complete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 trained  ·  mAP@0.5 = 0.95  ·  Hardware finalized  ·  Integration 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7772400" cy="36576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7" name="Text 5"/>
          <p:cNvSpPr/>
          <p:nvPr/>
        </p:nvSpPr>
        <p:spPr>
          <a:xfrm>
            <a:off x="457200" y="27432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  ·  PROGRESS REPORT  ·  WEEK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2226</Words>
  <Application>WPS Presentation</Application>
  <PresentationFormat>On-screen Show (16:9)</PresentationFormat>
  <Paragraphs>138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Parking System – Week 2 Report</dc:title>
  <dc:creator>PptxGenJS</dc:creator>
  <dc:subject>PptxGenJS Presentation</dc:subject>
  <cp:lastModifiedBy>WPS_1774880713</cp:lastModifiedBy>
  <cp:revision>5</cp:revision>
  <dcterms:created xsi:type="dcterms:W3CDTF">2026-06-08T06:37:00Z</dcterms:created>
  <dcterms:modified xsi:type="dcterms:W3CDTF">2026-06-08T06:27:42Z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E5A3E497DE7D439C9CC0A698E65BD793_12</vt:lpwstr>
  </property>
  <property fmtid="{D5CDD505-2E9C-101B-9397-08002B2CF9AE}" pid="3" name="KSOProductBuildVer">
    <vt:lpwstr>1033-12.1.0.25180</vt:lpwstr>
  </property>
</Properties>
</file>