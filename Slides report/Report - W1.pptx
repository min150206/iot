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8" r:id="rId2"/>
    <p:sldId id="259" r:id="rId3"/>
    <p:sldId id="256" r:id="rId4"/>
    <p:sldId id="260" r:id="rId5"/>
    <p:sldId id="263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2666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3539E-8774-0803-D3F1-4128FD4AE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9321D-4545-D4A2-707A-FB790301B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7E457-07C6-8042-21CD-0FFF0BB51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785E4-31A4-4440-536D-B1FB19BC74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28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E71F3-74F6-84ED-D817-D303F81A4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38E4D-A878-E8DF-7BF6-D9F0F7D58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41208-E109-E27C-9C4E-83123FB05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0E9BB-3812-BC1B-2BBC-8812011825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59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B1F60-A5DB-2FF0-6A88-3E490624F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CBA9F-CC34-EEA4-C97E-7066EADAD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A6B37-4A89-B287-96B8-DEBE2CC60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A2808-C2F0-82E6-B6D0-12D568BC63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89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3CAE0-F8F7-5547-5DBE-42F971027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F5FCA-EA6B-1696-B85F-012107521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6D4849-4B59-F9D2-C622-3A5DAA550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44150-A6A5-2A37-3882-8B2AE5D2A1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41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F6D14-9B66-EB1A-35FC-D3CA36976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7A0B3-9D6C-06ED-68B6-9F37C7C09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1AB358-CF33-BEB5-4BCA-A584B6D65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80A23-6EFC-AA24-176C-0130D472F4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16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A3A70-31A7-5841-3F8C-B3C04048F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0C889-C65C-DE65-C3E4-092DA5905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F2437-2B20-E868-3DDB-55A7C5BBA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E5457-FC9A-A796-544D-7E9C1FA090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315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B9BED8-F8B0-13D1-8BEB-F45D6ACE7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3B7DF0-2DFC-4271-9236-09D0806427C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6C6036-62BF-B9ED-9857-E5CA99A79B26}"/>
              </a:ext>
            </a:extLst>
          </p:cNvPr>
          <p:cNvSpPr txBox="1"/>
          <p:nvPr/>
        </p:nvSpPr>
        <p:spPr>
          <a:xfrm>
            <a:off x="2203704" y="2202479"/>
            <a:ext cx="45780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E925E8-587E-DD65-3F70-16CD321FAE5E}"/>
              </a:ext>
            </a:extLst>
          </p:cNvPr>
          <p:cNvSpPr txBox="1"/>
          <p:nvPr/>
        </p:nvSpPr>
        <p:spPr>
          <a:xfrm>
            <a:off x="1193292" y="1229576"/>
            <a:ext cx="6598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PARKING SYSTEM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BA411D-5547-5D0E-C879-538C746DCF80}"/>
              </a:ext>
            </a:extLst>
          </p:cNvPr>
          <p:cNvSpPr txBox="1"/>
          <p:nvPr/>
        </p:nvSpPr>
        <p:spPr>
          <a:xfrm>
            <a:off x="2203704" y="2726698"/>
            <a:ext cx="4578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78689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92204-5812-0FB5-1FCF-D32430EFE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A0F7FC-02A0-3521-1DF7-4AB364DE500B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6">
            <a:extLst>
              <a:ext uri="{FF2B5EF4-FFF2-40B4-BE49-F238E27FC236}">
                <a16:creationId xmlns:a16="http://schemas.microsoft.com/office/drawing/2014/main" id="{5963D100-3AB6-C360-3621-71FABBD0AA06}"/>
              </a:ext>
            </a:extLst>
          </p:cNvPr>
          <p:cNvSpPr/>
          <p:nvPr/>
        </p:nvSpPr>
        <p:spPr>
          <a:xfrm>
            <a:off x="3765389" y="2794225"/>
            <a:ext cx="2117048" cy="883150"/>
          </a:xfrm>
          <a:prstGeom prst="rect">
            <a:avLst/>
          </a:prstGeom>
          <a:solidFill>
            <a:srgbClr val="0F21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3E477250-33EC-998F-9A2D-2340609825D3}"/>
              </a:ext>
            </a:extLst>
          </p:cNvPr>
          <p:cNvSpPr/>
          <p:nvPr/>
        </p:nvSpPr>
        <p:spPr>
          <a:xfrm>
            <a:off x="2203040" y="221438"/>
            <a:ext cx="2117048" cy="883150"/>
          </a:xfrm>
          <a:prstGeom prst="rect">
            <a:avLst/>
          </a:prstGeom>
          <a:solidFill>
            <a:srgbClr val="0F21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6B4E9B53-7380-8C3A-D951-FC0ED48546C3}"/>
              </a:ext>
            </a:extLst>
          </p:cNvPr>
          <p:cNvSpPr/>
          <p:nvPr/>
        </p:nvSpPr>
        <p:spPr>
          <a:xfrm>
            <a:off x="2203040" y="228895"/>
            <a:ext cx="2117048" cy="883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ESP32+ OV7670 FIFO prepare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6" name="Shape 14">
            <a:extLst>
              <a:ext uri="{FF2B5EF4-FFF2-40B4-BE49-F238E27FC236}">
                <a16:creationId xmlns:a16="http://schemas.microsoft.com/office/drawing/2014/main" id="{3F6B11E4-7E63-7053-3B1C-B29717DAF101}"/>
              </a:ext>
            </a:extLst>
          </p:cNvPr>
          <p:cNvSpPr/>
          <p:nvPr/>
        </p:nvSpPr>
        <p:spPr>
          <a:xfrm>
            <a:off x="4823913" y="687451"/>
            <a:ext cx="0" cy="889266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F048014F-127D-AFF3-B648-C4952B207F00}"/>
              </a:ext>
            </a:extLst>
          </p:cNvPr>
          <p:cNvSpPr/>
          <p:nvPr/>
        </p:nvSpPr>
        <p:spPr>
          <a:xfrm>
            <a:off x="3765389" y="1567802"/>
            <a:ext cx="2117048" cy="883150"/>
          </a:xfrm>
          <a:prstGeom prst="rect">
            <a:avLst/>
          </a:prstGeom>
          <a:solidFill>
            <a:srgbClr val="0F21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17">
            <a:extLst>
              <a:ext uri="{FF2B5EF4-FFF2-40B4-BE49-F238E27FC236}">
                <a16:creationId xmlns:a16="http://schemas.microsoft.com/office/drawing/2014/main" id="{D2015907-FFF8-5AED-A8E1-DB799B17C96E}"/>
              </a:ext>
            </a:extLst>
          </p:cNvPr>
          <p:cNvSpPr/>
          <p:nvPr/>
        </p:nvSpPr>
        <p:spPr>
          <a:xfrm>
            <a:off x="4110310" y="1793053"/>
            <a:ext cx="1427206" cy="441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 &amp; logics</a:t>
            </a:r>
            <a:endParaRPr lang="en-US" sz="1100" dirty="0"/>
          </a:p>
        </p:txBody>
      </p:sp>
      <p:sp>
        <p:nvSpPr>
          <p:cNvPr id="9" name="Shape 18">
            <a:extLst>
              <a:ext uri="{FF2B5EF4-FFF2-40B4-BE49-F238E27FC236}">
                <a16:creationId xmlns:a16="http://schemas.microsoft.com/office/drawing/2014/main" id="{C61809FF-3C6D-89F0-432A-8D3306B05A5E}"/>
              </a:ext>
            </a:extLst>
          </p:cNvPr>
          <p:cNvSpPr/>
          <p:nvPr/>
        </p:nvSpPr>
        <p:spPr>
          <a:xfrm>
            <a:off x="4823913" y="3723716"/>
            <a:ext cx="0" cy="394820"/>
          </a:xfrm>
          <a:prstGeom prst="line">
            <a:avLst/>
          </a:prstGeom>
          <a:noFill/>
          <a:ln w="19050">
            <a:solidFill>
              <a:srgbClr val="38BDF8"/>
            </a:solidFill>
            <a:prstDash val="dash"/>
          </a:ln>
        </p:spPr>
      </p:sp>
      <p:sp>
        <p:nvSpPr>
          <p:cNvPr id="10" name="Shape 19">
            <a:extLst>
              <a:ext uri="{FF2B5EF4-FFF2-40B4-BE49-F238E27FC236}">
                <a16:creationId xmlns:a16="http://schemas.microsoft.com/office/drawing/2014/main" id="{2F1F1F63-6B65-E97C-CA08-89C60B63C1D1}"/>
              </a:ext>
            </a:extLst>
          </p:cNvPr>
          <p:cNvSpPr/>
          <p:nvPr/>
        </p:nvSpPr>
        <p:spPr>
          <a:xfrm>
            <a:off x="3765389" y="4067811"/>
            <a:ext cx="2117048" cy="883150"/>
          </a:xfrm>
          <a:prstGeom prst="rect">
            <a:avLst/>
          </a:prstGeom>
          <a:solidFill>
            <a:srgbClr val="0F2140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20">
            <a:extLst>
              <a:ext uri="{FF2B5EF4-FFF2-40B4-BE49-F238E27FC236}">
                <a16:creationId xmlns:a16="http://schemas.microsoft.com/office/drawing/2014/main" id="{9C247111-66FA-14AF-4F39-190B369AD7D5}"/>
              </a:ext>
            </a:extLst>
          </p:cNvPr>
          <p:cNvSpPr/>
          <p:nvPr/>
        </p:nvSpPr>
        <p:spPr>
          <a:xfrm>
            <a:off x="3854378" y="4057297"/>
            <a:ext cx="2072593" cy="883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(Contains Logs and Data)</a:t>
            </a:r>
            <a:endParaRPr lang="en-US" sz="1100" dirty="0"/>
          </a:p>
        </p:txBody>
      </p:sp>
      <p:sp>
        <p:nvSpPr>
          <p:cNvPr id="12" name="Shape 18">
            <a:extLst>
              <a:ext uri="{FF2B5EF4-FFF2-40B4-BE49-F238E27FC236}">
                <a16:creationId xmlns:a16="http://schemas.microsoft.com/office/drawing/2014/main" id="{730EC0CC-7874-CAFB-41F5-86DA9781A4B0}"/>
              </a:ext>
            </a:extLst>
          </p:cNvPr>
          <p:cNvSpPr/>
          <p:nvPr/>
        </p:nvSpPr>
        <p:spPr>
          <a:xfrm>
            <a:off x="4823913" y="2461207"/>
            <a:ext cx="0" cy="394820"/>
          </a:xfrm>
          <a:prstGeom prst="line">
            <a:avLst/>
          </a:prstGeom>
          <a:noFill/>
          <a:ln w="19050">
            <a:solidFill>
              <a:srgbClr val="38BDF8"/>
            </a:solidFill>
            <a:prstDash val="dash"/>
          </a:ln>
        </p:spPr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317E0E29-2050-94EA-5C59-3C97955DE1B0}"/>
              </a:ext>
            </a:extLst>
          </p:cNvPr>
          <p:cNvSpPr/>
          <p:nvPr/>
        </p:nvSpPr>
        <p:spPr>
          <a:xfrm>
            <a:off x="4102135" y="3007205"/>
            <a:ext cx="1427206" cy="441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1A23FFBD-9EBE-7372-A091-4A3228E188AC}"/>
              </a:ext>
            </a:extLst>
          </p:cNvPr>
          <p:cNvSpPr/>
          <p:nvPr/>
        </p:nvSpPr>
        <p:spPr>
          <a:xfrm flipH="1" flipV="1">
            <a:off x="4282937" y="687450"/>
            <a:ext cx="106560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85FDD7BE-6BDC-3DE1-6278-36B144A38F6B}"/>
              </a:ext>
            </a:extLst>
          </p:cNvPr>
          <p:cNvSpPr/>
          <p:nvPr/>
        </p:nvSpPr>
        <p:spPr>
          <a:xfrm>
            <a:off x="5378612" y="192539"/>
            <a:ext cx="2117048" cy="883150"/>
          </a:xfrm>
          <a:prstGeom prst="rect">
            <a:avLst/>
          </a:prstGeom>
          <a:solidFill>
            <a:srgbClr val="0F21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0B2A0EE-4496-77F6-3DF8-B81577990478}"/>
              </a:ext>
            </a:extLst>
          </p:cNvPr>
          <p:cNvSpPr/>
          <p:nvPr/>
        </p:nvSpPr>
        <p:spPr>
          <a:xfrm>
            <a:off x="5408685" y="412970"/>
            <a:ext cx="2117048" cy="441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environment setup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A7A7DB-1E52-B205-92CD-1B3DC972CF8D}"/>
              </a:ext>
            </a:extLst>
          </p:cNvPr>
          <p:cNvSpPr txBox="1"/>
          <p:nvPr/>
        </p:nvSpPr>
        <p:spPr>
          <a:xfrm>
            <a:off x="82296" y="518173"/>
            <a:ext cx="20025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– Week 1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358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12">
            <a:extLst>
              <a:ext uri="{FF2B5EF4-FFF2-40B4-BE49-F238E27FC236}">
                <a16:creationId xmlns:a16="http://schemas.microsoft.com/office/drawing/2014/main" id="{FEF7DAAD-47D9-EB6B-A04B-04C26157110C}"/>
              </a:ext>
            </a:extLst>
          </p:cNvPr>
          <p:cNvSpPr/>
          <p:nvPr/>
        </p:nvSpPr>
        <p:spPr>
          <a:xfrm>
            <a:off x="1137481" y="2023922"/>
            <a:ext cx="2943035" cy="2183054"/>
          </a:xfrm>
          <a:prstGeom prst="rect">
            <a:avLst/>
          </a:prstGeom>
          <a:solidFill>
            <a:srgbClr val="0F21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3813" y="26988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PARKING SYSTEM</a:t>
            </a:r>
            <a:b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– Week 1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752631" y="238271"/>
            <a:ext cx="2117048" cy="777240"/>
          </a:xfrm>
          <a:prstGeom prst="rect">
            <a:avLst/>
          </a:prstGeom>
          <a:solidFill>
            <a:srgbClr val="0F21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52631" y="245728"/>
            <a:ext cx="2117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+ Camera setup (OV7670 FIFO)</a:t>
            </a:r>
            <a:endParaRPr lang="en-US" sz="1300" dirty="0">
              <a:solidFill>
                <a:srgbClr val="00B05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55435" y="4782312"/>
            <a:ext cx="7056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02</a:t>
            </a:r>
            <a:endParaRPr lang="en-US" sz="90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9FFD7E19-EFDF-CEAB-ADA1-5FAA615E2B08}"/>
              </a:ext>
            </a:extLst>
          </p:cNvPr>
          <p:cNvSpPr/>
          <p:nvPr/>
        </p:nvSpPr>
        <p:spPr>
          <a:xfrm>
            <a:off x="1137481" y="1417829"/>
            <a:ext cx="1645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B06A4D88-A7D2-552A-64EB-88C042489477}"/>
              </a:ext>
            </a:extLst>
          </p:cNvPr>
          <p:cNvSpPr/>
          <p:nvPr/>
        </p:nvSpPr>
        <p:spPr>
          <a:xfrm>
            <a:off x="1137481" y="1320848"/>
            <a:ext cx="17812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EPS32-S3 VROOM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4B564D-A62D-378B-19D3-7C98FAE8C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329" y="2092199"/>
            <a:ext cx="2713337" cy="2046500"/>
          </a:xfrm>
          <a:prstGeom prst="rect">
            <a:avLst/>
          </a:prstGeom>
        </p:spPr>
      </p:pic>
      <p:sp>
        <p:nvSpPr>
          <p:cNvPr id="4" name="Shape 12">
            <a:extLst>
              <a:ext uri="{FF2B5EF4-FFF2-40B4-BE49-F238E27FC236}">
                <a16:creationId xmlns:a16="http://schemas.microsoft.com/office/drawing/2014/main" id="{DA358E32-D86B-3D98-88AA-FD95662AB848}"/>
              </a:ext>
            </a:extLst>
          </p:cNvPr>
          <p:cNvSpPr/>
          <p:nvPr/>
        </p:nvSpPr>
        <p:spPr>
          <a:xfrm>
            <a:off x="4895884" y="2054264"/>
            <a:ext cx="2943035" cy="2183054"/>
          </a:xfrm>
          <a:prstGeom prst="rect">
            <a:avLst/>
          </a:prstGeom>
          <a:solidFill>
            <a:srgbClr val="0F21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EA9DE740-5C0F-7CEA-2A94-2512902B005E}"/>
              </a:ext>
            </a:extLst>
          </p:cNvPr>
          <p:cNvSpPr/>
          <p:nvPr/>
        </p:nvSpPr>
        <p:spPr>
          <a:xfrm>
            <a:off x="6192999" y="1438780"/>
            <a:ext cx="1645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9D8026FC-B9E2-4049-90F1-894549422DDD}"/>
              </a:ext>
            </a:extLst>
          </p:cNvPr>
          <p:cNvSpPr/>
          <p:nvPr/>
        </p:nvSpPr>
        <p:spPr>
          <a:xfrm>
            <a:off x="6614304" y="1383842"/>
            <a:ext cx="17812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OV7670 + FIFO</a:t>
            </a:r>
          </a:p>
        </p:txBody>
      </p:sp>
      <p:pic>
        <p:nvPicPr>
          <p:cNvPr id="24" name="Picture 23" descr="Buy Camera module 640x480 OV7670 with FIFO at the right price @ electrokit">
            <a:extLst>
              <a:ext uri="{FF2B5EF4-FFF2-40B4-BE49-F238E27FC236}">
                <a16:creationId xmlns:a16="http://schemas.microsoft.com/office/drawing/2014/main" id="{81B82885-48E3-AF14-4CED-9FD7BDF35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727" y="2140426"/>
            <a:ext cx="2665257" cy="19982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023A7B-1631-7E1C-AEF0-BE96EBBAB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12">
            <a:extLst>
              <a:ext uri="{FF2B5EF4-FFF2-40B4-BE49-F238E27FC236}">
                <a16:creationId xmlns:a16="http://schemas.microsoft.com/office/drawing/2014/main" id="{135C519B-7A0B-B05D-1BB3-C5A5D81080BF}"/>
              </a:ext>
            </a:extLst>
          </p:cNvPr>
          <p:cNvSpPr/>
          <p:nvPr/>
        </p:nvSpPr>
        <p:spPr>
          <a:xfrm>
            <a:off x="1564675" y="1198918"/>
            <a:ext cx="5629413" cy="3758529"/>
          </a:xfrm>
          <a:prstGeom prst="rect">
            <a:avLst/>
          </a:prstGeom>
          <a:solidFill>
            <a:srgbClr val="0F21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B4F5FF89-053B-5032-444F-D34769453A29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EEF8E0-4A1E-9E3E-FFE9-FEA7EB2B6A54}"/>
              </a:ext>
            </a:extLst>
          </p:cNvPr>
          <p:cNvSpPr/>
          <p:nvPr/>
        </p:nvSpPr>
        <p:spPr>
          <a:xfrm>
            <a:off x="379365" y="132588"/>
            <a:ext cx="5120640" cy="501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– Week 1</a:t>
            </a:r>
            <a:endParaRPr lang="en-US" sz="2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7F663EF-3E63-4065-7629-ABC0916C2E44}"/>
              </a:ext>
            </a:extLst>
          </p:cNvPr>
          <p:cNvSpPr/>
          <p:nvPr/>
        </p:nvSpPr>
        <p:spPr>
          <a:xfrm>
            <a:off x="6752631" y="238271"/>
            <a:ext cx="2117048" cy="777240"/>
          </a:xfrm>
          <a:prstGeom prst="rect">
            <a:avLst/>
          </a:prstGeom>
          <a:solidFill>
            <a:srgbClr val="0F21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2F04E3E-683E-4A6C-A259-09FD3A96C32B}"/>
              </a:ext>
            </a:extLst>
          </p:cNvPr>
          <p:cNvSpPr/>
          <p:nvPr/>
        </p:nvSpPr>
        <p:spPr>
          <a:xfrm>
            <a:off x="6752631" y="245728"/>
            <a:ext cx="2117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+ Camera setup (OV7670 FIFO)</a:t>
            </a:r>
            <a:endParaRPr lang="en-US" sz="1300" dirty="0">
              <a:solidFill>
                <a:srgbClr val="00B050"/>
              </a:solidFill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FEB5887-99A3-511B-88BE-E090D381F0A6}"/>
              </a:ext>
            </a:extLst>
          </p:cNvPr>
          <p:cNvSpPr/>
          <p:nvPr/>
        </p:nvSpPr>
        <p:spPr>
          <a:xfrm>
            <a:off x="8255435" y="4782312"/>
            <a:ext cx="7056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02</a:t>
            </a:r>
            <a:endParaRPr lang="en-US" sz="90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9257B11B-2F6E-E0D0-C650-6F483B667ACA}"/>
              </a:ext>
            </a:extLst>
          </p:cNvPr>
          <p:cNvSpPr/>
          <p:nvPr/>
        </p:nvSpPr>
        <p:spPr>
          <a:xfrm>
            <a:off x="379365" y="560382"/>
            <a:ext cx="1645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7CD2072C-1E95-BE53-8254-19C17086ED3D}"/>
              </a:ext>
            </a:extLst>
          </p:cNvPr>
          <p:cNvSpPr/>
          <p:nvPr/>
        </p:nvSpPr>
        <p:spPr>
          <a:xfrm>
            <a:off x="379365" y="612303"/>
            <a:ext cx="17812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Setup - Wiring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18BBC7-4707-F9FE-4A3F-9997FCE04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101" y="1499762"/>
            <a:ext cx="4850559" cy="315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15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C6B96A-7CC4-8C92-30FF-E187CB51D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12">
            <a:extLst>
              <a:ext uri="{FF2B5EF4-FFF2-40B4-BE49-F238E27FC236}">
                <a16:creationId xmlns:a16="http://schemas.microsoft.com/office/drawing/2014/main" id="{3CA29D26-0052-0320-8DAB-7B55FEF13755}"/>
              </a:ext>
            </a:extLst>
          </p:cNvPr>
          <p:cNvSpPr/>
          <p:nvPr/>
        </p:nvSpPr>
        <p:spPr>
          <a:xfrm>
            <a:off x="559439" y="1252383"/>
            <a:ext cx="7794381" cy="3758529"/>
          </a:xfrm>
          <a:prstGeom prst="rect">
            <a:avLst/>
          </a:prstGeom>
          <a:solidFill>
            <a:srgbClr val="0F21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811AAEB-D1E3-8B4F-D709-38CFFC416038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B3B7D2-8D65-5232-E6A3-A3971E0F0924}"/>
              </a:ext>
            </a:extLst>
          </p:cNvPr>
          <p:cNvSpPr/>
          <p:nvPr/>
        </p:nvSpPr>
        <p:spPr>
          <a:xfrm>
            <a:off x="379365" y="132588"/>
            <a:ext cx="5120640" cy="501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– Week 1</a:t>
            </a:r>
            <a:endParaRPr lang="en-US" sz="2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D6CF448-00C0-FF6D-F849-88C39898FC91}"/>
              </a:ext>
            </a:extLst>
          </p:cNvPr>
          <p:cNvSpPr/>
          <p:nvPr/>
        </p:nvSpPr>
        <p:spPr>
          <a:xfrm>
            <a:off x="6752631" y="238271"/>
            <a:ext cx="2117048" cy="777240"/>
          </a:xfrm>
          <a:prstGeom prst="rect">
            <a:avLst/>
          </a:prstGeom>
          <a:solidFill>
            <a:srgbClr val="0F21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3EB1C07-524A-B836-75E8-A660EC8A0132}"/>
              </a:ext>
            </a:extLst>
          </p:cNvPr>
          <p:cNvSpPr/>
          <p:nvPr/>
        </p:nvSpPr>
        <p:spPr>
          <a:xfrm>
            <a:off x="6752631" y="245728"/>
            <a:ext cx="2117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+ Camera setup (OV7670 FIFO)</a:t>
            </a:r>
            <a:endParaRPr lang="en-US" sz="1300" dirty="0">
              <a:solidFill>
                <a:srgbClr val="00B050"/>
              </a:solidFill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D2823AD-A273-C799-50A4-759D9C34317C}"/>
              </a:ext>
            </a:extLst>
          </p:cNvPr>
          <p:cNvSpPr/>
          <p:nvPr/>
        </p:nvSpPr>
        <p:spPr>
          <a:xfrm>
            <a:off x="8255435" y="4782312"/>
            <a:ext cx="7056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02</a:t>
            </a:r>
            <a:endParaRPr lang="en-US" sz="90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40FF2F2F-4D55-1EC1-2218-111F7341A681}"/>
              </a:ext>
            </a:extLst>
          </p:cNvPr>
          <p:cNvSpPr/>
          <p:nvPr/>
        </p:nvSpPr>
        <p:spPr>
          <a:xfrm>
            <a:off x="379365" y="560382"/>
            <a:ext cx="1645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35079A38-5E7C-5232-C817-774F301FF1F3}"/>
              </a:ext>
            </a:extLst>
          </p:cNvPr>
          <p:cNvSpPr/>
          <p:nvPr/>
        </p:nvSpPr>
        <p:spPr>
          <a:xfrm>
            <a:off x="379365" y="612303"/>
            <a:ext cx="17812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Setup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30BB31-BE8D-78B4-2AFF-EBF451204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84" y="1470710"/>
            <a:ext cx="1976014" cy="33116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881F8A-4DF6-456D-48C3-D4F0C3102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9621" y="1470710"/>
            <a:ext cx="4700767" cy="336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715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21F2B1-F6CB-7572-1449-400038158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12">
            <a:extLst>
              <a:ext uri="{FF2B5EF4-FFF2-40B4-BE49-F238E27FC236}">
                <a16:creationId xmlns:a16="http://schemas.microsoft.com/office/drawing/2014/main" id="{9AD4288E-7DC0-7129-F12A-52E9027E8219}"/>
              </a:ext>
            </a:extLst>
          </p:cNvPr>
          <p:cNvSpPr/>
          <p:nvPr/>
        </p:nvSpPr>
        <p:spPr>
          <a:xfrm>
            <a:off x="1383792" y="1252383"/>
            <a:ext cx="6053328" cy="3758529"/>
          </a:xfrm>
          <a:prstGeom prst="rect">
            <a:avLst/>
          </a:prstGeom>
          <a:solidFill>
            <a:srgbClr val="0F21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7773D5A-2DA7-A2B5-3B4B-A2451B34D013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9A44B7-1D78-C1FF-96B2-0F30AA041EBA}"/>
              </a:ext>
            </a:extLst>
          </p:cNvPr>
          <p:cNvSpPr/>
          <p:nvPr/>
        </p:nvSpPr>
        <p:spPr>
          <a:xfrm>
            <a:off x="379365" y="132588"/>
            <a:ext cx="5120640" cy="501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– Week 1</a:t>
            </a:r>
            <a:endParaRPr lang="en-US" sz="2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AE2BCEA-CD68-F11F-324E-4887BCE0F3A5}"/>
              </a:ext>
            </a:extLst>
          </p:cNvPr>
          <p:cNvSpPr/>
          <p:nvPr/>
        </p:nvSpPr>
        <p:spPr>
          <a:xfrm>
            <a:off x="8255435" y="4782312"/>
            <a:ext cx="7056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02</a:t>
            </a:r>
            <a:endParaRPr lang="en-US" sz="90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A859E325-E31D-2769-FD65-292899867596}"/>
              </a:ext>
            </a:extLst>
          </p:cNvPr>
          <p:cNvSpPr/>
          <p:nvPr/>
        </p:nvSpPr>
        <p:spPr>
          <a:xfrm>
            <a:off x="379365" y="560382"/>
            <a:ext cx="1645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BE696F6F-1E77-0F39-E388-E6652F34A04C}"/>
              </a:ext>
            </a:extLst>
          </p:cNvPr>
          <p:cNvSpPr/>
          <p:nvPr/>
        </p:nvSpPr>
        <p:spPr>
          <a:xfrm>
            <a:off x="379365" y="612303"/>
            <a:ext cx="28393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Setup – board (simple test) </a:t>
            </a: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587C1A23-3EF0-DBF3-34B0-7F4616DBA0AA}"/>
              </a:ext>
            </a:extLst>
          </p:cNvPr>
          <p:cNvSpPr/>
          <p:nvPr/>
        </p:nvSpPr>
        <p:spPr>
          <a:xfrm>
            <a:off x="6752631" y="238271"/>
            <a:ext cx="2117048" cy="777240"/>
          </a:xfrm>
          <a:prstGeom prst="rect">
            <a:avLst/>
          </a:prstGeom>
          <a:solidFill>
            <a:srgbClr val="0F21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AD4FAB56-D2AD-0BF5-3D47-5655B048E31D}"/>
              </a:ext>
            </a:extLst>
          </p:cNvPr>
          <p:cNvSpPr/>
          <p:nvPr/>
        </p:nvSpPr>
        <p:spPr>
          <a:xfrm>
            <a:off x="6752631" y="245728"/>
            <a:ext cx="2117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+ Camera setup (OV7670 FIFO)</a:t>
            </a:r>
            <a:endParaRPr lang="en-US" sz="1300" dirty="0">
              <a:solidFill>
                <a:srgbClr val="00B050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7EE0B7F-D5F5-05FD-0964-A6C9ED086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701" y="1481798"/>
            <a:ext cx="5721487" cy="33005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5E2DE4F-CE57-5470-AC38-C7A000616B65}"/>
              </a:ext>
            </a:extLst>
          </p:cNvPr>
          <p:cNvSpPr txBox="1"/>
          <p:nvPr/>
        </p:nvSpPr>
        <p:spPr>
          <a:xfrm>
            <a:off x="4404444" y="4087060"/>
            <a:ext cx="287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chemeClr val="bg1"/>
                </a:solidFill>
              </a:rPr>
              <a:t>Code push and board test</a:t>
            </a:r>
          </a:p>
        </p:txBody>
      </p:sp>
    </p:spTree>
    <p:extLst>
      <p:ext uri="{BB962C8B-B14F-4D97-AF65-F5344CB8AC3E}">
        <p14:creationId xmlns:p14="http://schemas.microsoft.com/office/powerpoint/2010/main" val="1423010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BA038-E473-6993-836B-F10D3B3B9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12">
            <a:extLst>
              <a:ext uri="{FF2B5EF4-FFF2-40B4-BE49-F238E27FC236}">
                <a16:creationId xmlns:a16="http://schemas.microsoft.com/office/drawing/2014/main" id="{FECD23ED-8239-A00E-753E-9080CB88FAA7}"/>
              </a:ext>
            </a:extLst>
          </p:cNvPr>
          <p:cNvSpPr/>
          <p:nvPr/>
        </p:nvSpPr>
        <p:spPr>
          <a:xfrm>
            <a:off x="559439" y="1252383"/>
            <a:ext cx="7794381" cy="3758529"/>
          </a:xfrm>
          <a:prstGeom prst="rect">
            <a:avLst/>
          </a:prstGeom>
          <a:solidFill>
            <a:srgbClr val="0F21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5A0C51E-3E59-064F-9443-B204A379898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3458AA-BF5A-D91E-A9D4-B4F03C8AF16D}"/>
              </a:ext>
            </a:extLst>
          </p:cNvPr>
          <p:cNvSpPr/>
          <p:nvPr/>
        </p:nvSpPr>
        <p:spPr>
          <a:xfrm>
            <a:off x="379365" y="132588"/>
            <a:ext cx="5120640" cy="501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– Week 1</a:t>
            </a:r>
            <a:endParaRPr lang="en-US" sz="2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5150149-A937-3117-0306-7C7090479323}"/>
              </a:ext>
            </a:extLst>
          </p:cNvPr>
          <p:cNvSpPr/>
          <p:nvPr/>
        </p:nvSpPr>
        <p:spPr>
          <a:xfrm>
            <a:off x="8255435" y="4782312"/>
            <a:ext cx="7056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02</a:t>
            </a:r>
            <a:endParaRPr lang="en-US" sz="90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F823E5AA-1D94-A13E-AFFF-CB6CC29C8A3F}"/>
              </a:ext>
            </a:extLst>
          </p:cNvPr>
          <p:cNvSpPr/>
          <p:nvPr/>
        </p:nvSpPr>
        <p:spPr>
          <a:xfrm>
            <a:off x="379365" y="560382"/>
            <a:ext cx="1645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D5707268-C0AF-06D5-43F3-A2B16A01D7AA}"/>
              </a:ext>
            </a:extLst>
          </p:cNvPr>
          <p:cNvSpPr/>
          <p:nvPr/>
        </p:nvSpPr>
        <p:spPr>
          <a:xfrm>
            <a:off x="379365" y="612303"/>
            <a:ext cx="28393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Setup environment and prepare</a:t>
            </a:r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929C2202-4F63-CCC2-8486-243ADC6EEC19}"/>
              </a:ext>
            </a:extLst>
          </p:cNvPr>
          <p:cNvSpPr/>
          <p:nvPr/>
        </p:nvSpPr>
        <p:spPr>
          <a:xfrm>
            <a:off x="6844070" y="155383"/>
            <a:ext cx="2117048" cy="883150"/>
          </a:xfrm>
          <a:prstGeom prst="rect">
            <a:avLst/>
          </a:prstGeom>
          <a:solidFill>
            <a:srgbClr val="0F21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17">
            <a:extLst>
              <a:ext uri="{FF2B5EF4-FFF2-40B4-BE49-F238E27FC236}">
                <a16:creationId xmlns:a16="http://schemas.microsoft.com/office/drawing/2014/main" id="{D8C3F041-261D-4935-9E31-AE9123FF6D68}"/>
              </a:ext>
            </a:extLst>
          </p:cNvPr>
          <p:cNvSpPr/>
          <p:nvPr/>
        </p:nvSpPr>
        <p:spPr>
          <a:xfrm>
            <a:off x="7188990" y="385737"/>
            <a:ext cx="1427206" cy="441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environment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F38D0D-3054-1AE9-4B4C-63EB3F9DA3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722" r="49489" b="47554"/>
          <a:stretch>
            <a:fillRect/>
          </a:stretch>
        </p:blipFill>
        <p:spPr>
          <a:xfrm>
            <a:off x="716280" y="2027368"/>
            <a:ext cx="3220988" cy="6400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C68183-EC3A-93BE-20E7-BBF18FAC03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1" r="45754" b="50036"/>
          <a:stretch>
            <a:fillRect/>
          </a:stretch>
        </p:blipFill>
        <p:spPr>
          <a:xfrm>
            <a:off x="716280" y="2965412"/>
            <a:ext cx="3220988" cy="530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92D905-4D0B-CADD-7682-9B48C2BD61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80" y="3746223"/>
            <a:ext cx="3220988" cy="6821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231059-C253-05CB-4C3C-8D317DB86C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061" y="1545884"/>
            <a:ext cx="4245135" cy="321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54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140</Words>
  <Application>Microsoft Office PowerPoint</Application>
  <PresentationFormat>On-screen Show (16:9)</PresentationFormat>
  <Paragraphs>39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Minh Nguyễn</cp:lastModifiedBy>
  <cp:revision>21</cp:revision>
  <dcterms:created xsi:type="dcterms:W3CDTF">2026-05-04T04:03:27Z</dcterms:created>
  <dcterms:modified xsi:type="dcterms:W3CDTF">2026-06-01T07:51:08Z</dcterms:modified>
</cp:coreProperties>
</file>