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2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86B6-7953-93B6-AB27-AF75FC52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B9B8F-53B3-F158-2D40-343F6A051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84AF7-A33A-DCFD-6BE6-30B443835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EFD1C-857D-B304-173F-AA83A31AB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29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548640"/>
            <a:ext cx="2011680" cy="20116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Report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8229600" cy="36576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9" name="Text 7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0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v5  ·  Numberplate Detection  ·  ESP32-S3 ·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– Week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5433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64008" cy="3543300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19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1440180"/>
            <a:ext cx="457200" cy="590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836800"/>
            <a:ext cx="3794760" cy="885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452115"/>
            <a:ext cx="3794760" cy="1181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database and test with</a:t>
            </a:r>
            <a:r>
              <a:rPr lang="en-US" sz="12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PostgreSQL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21051" y="1234440"/>
            <a:ext cx="4114800" cy="35433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34440"/>
            <a:ext cx="64008" cy="3543300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417319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53812" y="1462857"/>
            <a:ext cx="457200" cy="590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46320" y="1783079"/>
            <a:ext cx="3794760" cy="885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YOLOv5 Model Tuning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46320" y="2542222"/>
            <a:ext cx="3794760" cy="1181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Tune the YOLOv5 model achieving more accuracy and better multi-plate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Tuning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/ 02  ·  Progress – Week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69619" y="1005841"/>
            <a:ext cx="4899913" cy="2048922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005840"/>
            <a:ext cx="45720" cy="2048922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0" name="Shape 7"/>
          <p:cNvSpPr/>
          <p:nvPr/>
        </p:nvSpPr>
        <p:spPr>
          <a:xfrm>
            <a:off x="769618" y="3176683"/>
            <a:ext cx="4899913" cy="189738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69619" y="3176683"/>
            <a:ext cx="45721" cy="1897380"/>
          </a:xfrm>
          <a:prstGeom prst="rect">
            <a:avLst/>
          </a:prstGeom>
          <a:solidFill>
            <a:srgbClr val="0077B6"/>
          </a:solid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39ED25-8B42-6D9D-2941-25E146EEB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13" y="1073563"/>
            <a:ext cx="4526561" cy="1865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7B9FA9-5A40-EB75-24C0-A506D2841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743" y="3233401"/>
            <a:ext cx="4229211" cy="1768271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53C1391E-6CE1-886C-E9B0-CC0505DA8E44}"/>
              </a:ext>
            </a:extLst>
          </p:cNvPr>
          <p:cNvSpPr/>
          <p:nvPr/>
        </p:nvSpPr>
        <p:spPr>
          <a:xfrm>
            <a:off x="5773105" y="1634061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Plate detection</a:t>
            </a: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5C373207-9511-51DE-54E9-EBB45641BA8B}"/>
              </a:ext>
            </a:extLst>
          </p:cNvPr>
          <p:cNvSpPr/>
          <p:nvPr/>
        </p:nvSpPr>
        <p:spPr>
          <a:xfrm>
            <a:off x="5773105" y="387515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Character detection</a:t>
            </a: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E8C11-E191-ACC2-F531-76C201A3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3BD189-5F2F-2613-EA2E-4CF2FD4FD9E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E07A07-4667-B0EF-3854-6A64AEA5003D}"/>
              </a:ext>
            </a:extLst>
          </p:cNvPr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99C7D7-F4AA-E36A-D253-13DE69D7F6AB}"/>
              </a:ext>
            </a:extLst>
          </p:cNvPr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02  ·  Progress – Week 3</a:t>
            </a:r>
            <a:endParaRPr lang="en-US" sz="9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15BE43-8FAD-E762-21CE-EEAD895DCE23}"/>
              </a:ext>
            </a:extLst>
          </p:cNvPr>
          <p:cNvSpPr/>
          <p:nvPr/>
        </p:nvSpPr>
        <p:spPr>
          <a:xfrm>
            <a:off x="1063752" y="1005840"/>
            <a:ext cx="6940296" cy="40005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FECB008-3EC8-CEA3-87FF-A102C434EBC3}"/>
              </a:ext>
            </a:extLst>
          </p:cNvPr>
          <p:cNvSpPr/>
          <p:nvPr/>
        </p:nvSpPr>
        <p:spPr>
          <a:xfrm>
            <a:off x="1063752" y="1005840"/>
            <a:ext cx="64008" cy="4000500"/>
          </a:xfrm>
          <a:prstGeom prst="rect">
            <a:avLst/>
          </a:prstGeom>
          <a:solidFill>
            <a:srgbClr val="00B4D8"/>
          </a:solid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3AC97E-9301-EC0F-AE86-03BB5A052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425" y="1143724"/>
            <a:ext cx="6242767" cy="372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0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Plans for Week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  ·  UPCOMING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697480" cy="38862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Shape 5"/>
          <p:cNvSpPr/>
          <p:nvPr/>
        </p:nvSpPr>
        <p:spPr>
          <a:xfrm>
            <a:off x="2359152" y="1234440"/>
            <a:ext cx="411480" cy="4114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59152" y="1261872"/>
            <a:ext cx="411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" y="1737487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Motion Sensor Firmware</a:t>
            </a:r>
          </a:p>
        </p:txBody>
      </p:sp>
      <p:sp>
        <p:nvSpPr>
          <p:cNvPr id="11" name="Shape 8"/>
          <p:cNvSpPr/>
          <p:nvPr/>
        </p:nvSpPr>
        <p:spPr>
          <a:xfrm>
            <a:off x="393192" y="2331720"/>
            <a:ext cx="242316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" name="Shape 9"/>
          <p:cNvSpPr/>
          <p:nvPr/>
        </p:nvSpPr>
        <p:spPr>
          <a:xfrm>
            <a:off x="420624" y="254203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&amp; integrate motion sensor module with ESP32-S3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0624" y="31638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" y="30906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firmware driver for motion detection events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0624" y="378561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" y="371246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sensor sensitivity and response timing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328416" y="1097280"/>
            <a:ext cx="2697480" cy="64008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22" name="Shape 19"/>
          <p:cNvSpPr/>
          <p:nvPr/>
        </p:nvSpPr>
        <p:spPr>
          <a:xfrm>
            <a:off x="5431536" y="1234440"/>
            <a:ext cx="411480" cy="41148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31536" y="1261872"/>
            <a:ext cx="411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399155" y="1700530"/>
            <a:ext cx="278511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&amp; Firmware Integration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3465576" y="2331720"/>
            <a:ext cx="242316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7" name="Shape 23"/>
          <p:cNvSpPr/>
          <p:nvPr/>
        </p:nvSpPr>
        <p:spPr>
          <a:xfrm>
            <a:off x="3493008" y="2542032"/>
            <a:ext cx="128016" cy="12801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94176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firmware event pipeline to Python backend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400800" y="1097280"/>
            <a:ext cx="2697480" cy="38862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6400800" y="1097280"/>
            <a:ext cx="2697480" cy="6400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7" name="Shape 33"/>
          <p:cNvSpPr/>
          <p:nvPr/>
        </p:nvSpPr>
        <p:spPr>
          <a:xfrm>
            <a:off x="8503920" y="1234440"/>
            <a:ext cx="411480" cy="4114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503920" y="1261872"/>
            <a:ext cx="411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652260" y="1700657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 &amp; Stabilisation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6537960" y="2331720"/>
            <a:ext cx="2423160" cy="27432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2" name="Shape 37"/>
          <p:cNvSpPr/>
          <p:nvPr/>
        </p:nvSpPr>
        <p:spPr>
          <a:xfrm>
            <a:off x="6565392" y="254203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766560" y="24688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and fix timing/sync issues in firmware ↔ backend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565392" y="316382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766560" y="30906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tests with repeated detection cycles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565392" y="378561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766560" y="371246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logs and validate data integrity in Database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Shape 1"/>
          <p:cNvSpPr/>
          <p:nvPr/>
        </p:nvSpPr>
        <p:spPr>
          <a:xfrm>
            <a:off x="6162632" y="-369394"/>
            <a:ext cx="3657600" cy="36576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651760"/>
            <a:ext cx="7772400" cy="36576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7" name="Text 5"/>
          <p:cNvSpPr/>
          <p:nvPr/>
        </p:nvSpPr>
        <p:spPr>
          <a:xfrm>
            <a:off x="457200" y="274320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EAF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PARKING SYSTEM  ·  PROGRESS REPORT  ·  WEEK 3</a:t>
            </a:r>
            <a:endParaRPr lang="en-US" sz="9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B26AD69-4DC6-5E21-3793-F1B8381F54C9}"/>
              </a:ext>
            </a:extLst>
          </p:cNvPr>
          <p:cNvSpPr/>
          <p:nvPr/>
        </p:nvSpPr>
        <p:spPr>
          <a:xfrm>
            <a:off x="457200" y="169164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Thanks for your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164</Words>
  <Application>Microsoft Office PowerPoint</Application>
  <PresentationFormat>On-screen Show (16:9)</PresentationFormat>
  <Paragraphs>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 Parking System – Week 2 Report</dc:title>
  <dc:subject>PptxGenJS Presentation</dc:subject>
  <dc:creator>PptxGenJS</dc:creator>
  <cp:lastModifiedBy>Minh Nguyễn</cp:lastModifiedBy>
  <cp:revision>8</cp:revision>
  <dcterms:created xsi:type="dcterms:W3CDTF">2026-06-08T06:37:00Z</dcterms:created>
  <dcterms:modified xsi:type="dcterms:W3CDTF">2026-06-15T07:23:52Z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E5A3E497DE7D439C9CC0A698E65BD793_12</vt:lpwstr>
  </property>
  <property fmtid="{D5CDD505-2E9C-101B-9397-08002B2CF9AE}" pid="3" name="KSOProductBuildVer">
    <vt:lpwstr>1033-12.1.0.25180</vt:lpwstr>
  </property>
</Properties>
</file>