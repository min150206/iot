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4" r:id="rId6"/>
    <p:sldId id="262" r:id="rId7"/>
    <p:sldId id="265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86B6-7953-93B6-AB27-AF75FC52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B9B8F-53B3-F158-2D40-343F6A051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84AF7-A33A-DCFD-6BE6-30B443835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EFD1C-857D-B304-173F-AA83A31AB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29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39950-D1DF-7D07-11F3-46C39323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BB5C8-2616-88DD-4956-8AA1A227D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ED301-7D39-4C3B-D026-BE294945A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9C97-9E99-5F39-5E77-8D31437F6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90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4D24E-0F8B-3A9A-B626-C6DAB47E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B790C-8919-CE72-B2D0-924E76CE2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F7AD4-910E-E189-AE8C-E497A507B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FDE72-A06E-887D-36C3-52BB15FDC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32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548640"/>
            <a:ext cx="2011680" cy="20116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Report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8229600" cy="36576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9" name="Text 7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0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v5  ·  Numberplate Detection  ·  ESP32-S3 ·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– Final Week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</a:t>
            </a:r>
            <a:endParaRPr lang="en-US" sz="9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5DD136-2C37-4DB1-B440-048E48CA28E9}"/>
              </a:ext>
            </a:extLst>
          </p:cNvPr>
          <p:cNvSpPr/>
          <p:nvPr/>
        </p:nvSpPr>
        <p:spPr>
          <a:xfrm>
            <a:off x="3444626" y="1694212"/>
            <a:ext cx="1118957" cy="112422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3B9CED-51FC-5C7C-F38A-342EB2C18E46}"/>
              </a:ext>
            </a:extLst>
          </p:cNvPr>
          <p:cNvSpPr/>
          <p:nvPr/>
        </p:nvSpPr>
        <p:spPr>
          <a:xfrm>
            <a:off x="6016610" y="1694212"/>
            <a:ext cx="1118957" cy="112422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Human sensor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54EA89-2126-0686-FEB9-6666D6B0FD4A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>
            <a:off x="4563583" y="2256326"/>
            <a:ext cx="14530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582E088-6D47-1D93-A828-17DEDD6B5A70}"/>
              </a:ext>
            </a:extLst>
          </p:cNvPr>
          <p:cNvSpPr/>
          <p:nvPr/>
        </p:nvSpPr>
        <p:spPr>
          <a:xfrm>
            <a:off x="956593" y="3516353"/>
            <a:ext cx="1118957" cy="112422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ED0E3CB-0A26-C18B-5973-7419C2701045}"/>
              </a:ext>
            </a:extLst>
          </p:cNvPr>
          <p:cNvSpPr/>
          <p:nvPr/>
        </p:nvSpPr>
        <p:spPr>
          <a:xfrm>
            <a:off x="3453043" y="3516352"/>
            <a:ext cx="1118957" cy="112422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Database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EB4B15A-0057-DC1E-FB90-214E7D2E4127}"/>
              </a:ext>
            </a:extLst>
          </p:cNvPr>
          <p:cNvSpPr/>
          <p:nvPr/>
        </p:nvSpPr>
        <p:spPr>
          <a:xfrm>
            <a:off x="6016610" y="3516353"/>
            <a:ext cx="1118957" cy="112422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45B23A8-BC7C-036C-2B52-CD81BFF6C9B7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 flipH="1">
            <a:off x="1516072" y="2256326"/>
            <a:ext cx="1928554" cy="12600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8547E71-131F-08C8-7506-63496C7C75CF}"/>
              </a:ext>
            </a:extLst>
          </p:cNvPr>
          <p:cNvCxnSpPr>
            <a:cxnSpLocks/>
            <a:stCxn id="23" idx="6"/>
            <a:endCxn id="25" idx="2"/>
          </p:cNvCxnSpPr>
          <p:nvPr/>
        </p:nvCxnSpPr>
        <p:spPr>
          <a:xfrm flipV="1">
            <a:off x="2075550" y="4078466"/>
            <a:ext cx="137749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27497A-56A0-B4CA-C257-28542214B535}"/>
              </a:ext>
            </a:extLst>
          </p:cNvPr>
          <p:cNvCxnSpPr>
            <a:cxnSpLocks/>
            <a:stCxn id="27" idx="2"/>
            <a:endCxn id="25" idx="6"/>
          </p:cNvCxnSpPr>
          <p:nvPr/>
        </p:nvCxnSpPr>
        <p:spPr>
          <a:xfrm flipH="1" flipV="1">
            <a:off x="4572000" y="4078466"/>
            <a:ext cx="1444610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FF14A5F-0B6F-CDB7-A4EC-9B0E08632D7A}"/>
              </a:ext>
            </a:extLst>
          </p:cNvPr>
          <p:cNvCxnSpPr>
            <a:cxnSpLocks/>
            <a:stCxn id="17" idx="6"/>
            <a:endCxn id="27" idx="0"/>
          </p:cNvCxnSpPr>
          <p:nvPr/>
        </p:nvCxnSpPr>
        <p:spPr>
          <a:xfrm>
            <a:off x="4563583" y="2256326"/>
            <a:ext cx="2012506" cy="12600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Finalized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/ 02  ·  Progress – Week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9620" y="1005840"/>
            <a:ext cx="45720" cy="204892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1" name="Shape 8"/>
          <p:cNvSpPr/>
          <p:nvPr/>
        </p:nvSpPr>
        <p:spPr>
          <a:xfrm>
            <a:off x="769619" y="3176683"/>
            <a:ext cx="45721" cy="189738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53C1391E-6CE1-886C-E9B0-CC0505DA8E44}"/>
              </a:ext>
            </a:extLst>
          </p:cNvPr>
          <p:cNvSpPr/>
          <p:nvPr/>
        </p:nvSpPr>
        <p:spPr>
          <a:xfrm>
            <a:off x="905005" y="1000964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1. Website for managing parking spot</a:t>
            </a: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5C373207-9511-51DE-54E9-EBB45641BA8B}"/>
              </a:ext>
            </a:extLst>
          </p:cNvPr>
          <p:cNvSpPr/>
          <p:nvPr/>
        </p:nvSpPr>
        <p:spPr>
          <a:xfrm>
            <a:off x="5773105" y="387515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049A0-4793-ED7D-A512-D5794840F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334" y="1412444"/>
            <a:ext cx="5120173" cy="3628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454242-A4BF-5616-20B7-75315B6CCF34}"/>
              </a:ext>
            </a:extLst>
          </p:cNvPr>
          <p:cNvSpPr txBox="1"/>
          <p:nvPr/>
        </p:nvSpPr>
        <p:spPr>
          <a:xfrm>
            <a:off x="7493507" y="1506201"/>
            <a:ext cx="1515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status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F3473-FDFB-1023-23BD-AB22B68EEE1A}"/>
              </a:ext>
            </a:extLst>
          </p:cNvPr>
          <p:cNvSpPr txBox="1"/>
          <p:nvPr/>
        </p:nvSpPr>
        <p:spPr>
          <a:xfrm>
            <a:off x="992870" y="2419621"/>
            <a:ext cx="1380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Occupied parking lot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1FEF30-0518-05C0-5E8C-D1DDC1F5C8A5}"/>
              </a:ext>
            </a:extLst>
          </p:cNvPr>
          <p:cNvSpPr txBox="1"/>
          <p:nvPr/>
        </p:nvSpPr>
        <p:spPr>
          <a:xfrm>
            <a:off x="7560917" y="2916780"/>
            <a:ext cx="1490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Manual Management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62A20E-536A-B6F0-815E-DF53E98C718D}"/>
              </a:ext>
            </a:extLst>
          </p:cNvPr>
          <p:cNvSpPr txBox="1"/>
          <p:nvPr/>
        </p:nvSpPr>
        <p:spPr>
          <a:xfrm>
            <a:off x="948938" y="4282811"/>
            <a:ext cx="1380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Parking lot timeline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E8C11-E191-ACC2-F531-76C201A3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3BD189-5F2F-2613-EA2E-4CF2FD4FD9E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E07A07-4667-B0EF-3854-6A64AEA5003D}"/>
              </a:ext>
            </a:extLst>
          </p:cNvPr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Finalized Project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9C7D7-F4AA-E36A-D253-13DE69D7F6AB}"/>
              </a:ext>
            </a:extLst>
          </p:cNvPr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02  ·  Progress – Week 3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15BE43-8FAD-E762-21CE-EEAD895DCE23}"/>
              </a:ext>
            </a:extLst>
          </p:cNvPr>
          <p:cNvSpPr/>
          <p:nvPr/>
        </p:nvSpPr>
        <p:spPr>
          <a:xfrm>
            <a:off x="1063752" y="1005840"/>
            <a:ext cx="6940296" cy="40005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FECB008-3EC8-CEA3-87FF-A102C434EBC3}"/>
              </a:ext>
            </a:extLst>
          </p:cNvPr>
          <p:cNvSpPr/>
          <p:nvPr/>
        </p:nvSpPr>
        <p:spPr>
          <a:xfrm>
            <a:off x="1063752" y="1005840"/>
            <a:ext cx="64008" cy="4000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262A927-0FA7-5476-BBBB-25D3F8EDB3F3}"/>
              </a:ext>
            </a:extLst>
          </p:cNvPr>
          <p:cNvSpPr/>
          <p:nvPr/>
        </p:nvSpPr>
        <p:spPr>
          <a:xfrm>
            <a:off x="1233310" y="1005840"/>
            <a:ext cx="7427541" cy="324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2. Camera based automatic check-in system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307BF2-0A76-C0CC-C6E3-1E255CBE3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56" y="1325881"/>
            <a:ext cx="3685585" cy="29493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4CED9E-69ED-AE41-4E45-6B87C220B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891" y="1325880"/>
            <a:ext cx="4280775" cy="301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0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09AF6-4C3D-E5DF-9E99-BB78CACFF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EF9A7F-C901-6DE2-75FE-9ED5843A487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D1076B-56AB-B3BF-3954-C7E69E948ACB}"/>
              </a:ext>
            </a:extLst>
          </p:cNvPr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Finalized Project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B034A1-A98D-F077-C0D6-FCD71593E328}"/>
              </a:ext>
            </a:extLst>
          </p:cNvPr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02  ·  Progress – Week 3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F1971D-FD14-5C74-A9C7-DC920A5C2CB9}"/>
              </a:ext>
            </a:extLst>
          </p:cNvPr>
          <p:cNvSpPr/>
          <p:nvPr/>
        </p:nvSpPr>
        <p:spPr>
          <a:xfrm>
            <a:off x="1063752" y="1005840"/>
            <a:ext cx="6940296" cy="40005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6B5E33-3B80-6ACF-6123-26CAEF866428}"/>
              </a:ext>
            </a:extLst>
          </p:cNvPr>
          <p:cNvSpPr/>
          <p:nvPr/>
        </p:nvSpPr>
        <p:spPr>
          <a:xfrm>
            <a:off x="1063752" y="1005840"/>
            <a:ext cx="64008" cy="4000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513E558-A11E-2516-2DFF-AFCC0D6B504A}"/>
              </a:ext>
            </a:extLst>
          </p:cNvPr>
          <p:cNvSpPr/>
          <p:nvPr/>
        </p:nvSpPr>
        <p:spPr>
          <a:xfrm>
            <a:off x="1233310" y="1005840"/>
            <a:ext cx="7427541" cy="324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3. Camera based automatic check-out system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84BA5C-DA09-8047-B763-B9AEEFEB7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52" y="1330756"/>
            <a:ext cx="3975968" cy="3151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6FD35B-D4C0-F9FF-99FA-BE083991AC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610"/>
          <a:stretch>
            <a:fillRect/>
          </a:stretch>
        </p:blipFill>
        <p:spPr>
          <a:xfrm>
            <a:off x="5275458" y="1551490"/>
            <a:ext cx="3762796" cy="290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5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697480" cy="38862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Shape 5"/>
          <p:cNvSpPr/>
          <p:nvPr/>
        </p:nvSpPr>
        <p:spPr>
          <a:xfrm>
            <a:off x="2359152" y="1234440"/>
            <a:ext cx="411480" cy="4114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" y="1737487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Optimizing Manual Management</a:t>
            </a:r>
          </a:p>
        </p:txBody>
      </p:sp>
      <p:sp>
        <p:nvSpPr>
          <p:cNvPr id="11" name="Shape 8"/>
          <p:cNvSpPr/>
          <p:nvPr/>
        </p:nvSpPr>
        <p:spPr>
          <a:xfrm>
            <a:off x="393192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" name="Shape 9"/>
          <p:cNvSpPr/>
          <p:nvPr/>
        </p:nvSpPr>
        <p:spPr>
          <a:xfrm>
            <a:off x="420624" y="254203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list becomes more intuitive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0624" y="31638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not need manual copying to select a vehicle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0624" y="37856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71246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 up the site for more </a:t>
            </a:r>
            <a:r>
              <a:rPr lang="en-US" sz="950" dirty="0" err="1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intuitivity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328416" y="1097280"/>
            <a:ext cx="2697480" cy="64008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22" name="Shape 19"/>
          <p:cNvSpPr/>
          <p:nvPr/>
        </p:nvSpPr>
        <p:spPr>
          <a:xfrm>
            <a:off x="5431536" y="1234440"/>
            <a:ext cx="411480" cy="41148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31536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399155" y="1700530"/>
            <a:ext cx="278511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&amp; Firmware Finalization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465576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Shape 23"/>
          <p:cNvSpPr/>
          <p:nvPr/>
        </p:nvSpPr>
        <p:spPr>
          <a:xfrm>
            <a:off x="3493008" y="2542032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94176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 up messy coding logic, make the model more stable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400800" y="1097280"/>
            <a:ext cx="2697480" cy="38862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6400800" y="109728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7" name="Shape 33"/>
          <p:cNvSpPr/>
          <p:nvPr/>
        </p:nvSpPr>
        <p:spPr>
          <a:xfrm>
            <a:off x="8503920" y="1234440"/>
            <a:ext cx="411480" cy="4114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503920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652260" y="1700657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all separated parts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6537960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Shape 37"/>
          <p:cNvSpPr/>
          <p:nvPr/>
        </p:nvSpPr>
        <p:spPr>
          <a:xfrm>
            <a:off x="6565392" y="254203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766560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web server and backend camera link up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565392" y="31638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766560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Optimizing transition between parts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565392" y="37856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766560" y="371246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Preparing for future-proofing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9E6D-9E9F-341E-4394-7CF3DBA0D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36F51C-06FB-F214-96C2-8AEEEE9008E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230754-C477-7430-03D7-E4F762DBC779}"/>
              </a:ext>
            </a:extLst>
          </p:cNvPr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4FE72F-5993-F22B-5D31-A09665A13AAD}"/>
              </a:ext>
            </a:extLst>
          </p:cNvPr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DECD18E-F149-C32E-3C60-3AA1FC8936C0}"/>
              </a:ext>
            </a:extLst>
          </p:cNvPr>
          <p:cNvSpPr/>
          <p:nvPr/>
        </p:nvSpPr>
        <p:spPr>
          <a:xfrm>
            <a:off x="1310620" y="1385317"/>
            <a:ext cx="6262853" cy="285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3A3B4D-5EB1-6EE1-A45A-85DC847B8951}"/>
              </a:ext>
            </a:extLst>
          </p:cNvPr>
          <p:cNvSpPr/>
          <p:nvPr/>
        </p:nvSpPr>
        <p:spPr>
          <a:xfrm>
            <a:off x="1310620" y="1385316"/>
            <a:ext cx="82175" cy="2857651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20E3A65-90A8-EB08-46B8-75C985EB7D3F}"/>
              </a:ext>
            </a:extLst>
          </p:cNvPr>
          <p:cNvSpPr/>
          <p:nvPr/>
        </p:nvSpPr>
        <p:spPr>
          <a:xfrm>
            <a:off x="1648342" y="153757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8B73C64-D470-F8C4-65F0-6E4062D35E69}"/>
              </a:ext>
            </a:extLst>
          </p:cNvPr>
          <p:cNvSpPr/>
          <p:nvPr/>
        </p:nvSpPr>
        <p:spPr>
          <a:xfrm>
            <a:off x="1648342" y="1969632"/>
            <a:ext cx="2423160" cy="274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63A0183-875F-7F05-5BFA-45F6AD5893CC}"/>
              </a:ext>
            </a:extLst>
          </p:cNvPr>
          <p:cNvSpPr/>
          <p:nvPr/>
        </p:nvSpPr>
        <p:spPr>
          <a:xfrm>
            <a:off x="1794161" y="2363520"/>
            <a:ext cx="128016" cy="12801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0619A19-75A8-F13C-D1B9-0BBBC42B644E}"/>
              </a:ext>
            </a:extLst>
          </p:cNvPr>
          <p:cNvSpPr/>
          <p:nvPr/>
        </p:nvSpPr>
        <p:spPr>
          <a:xfrm>
            <a:off x="2065150" y="2153208"/>
            <a:ext cx="5403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Must install PostgreSQL Database in your computer and change the password as well as username same as </a:t>
            </a:r>
            <a:r>
              <a:rPr lang="en-US" sz="1200" dirty="0" err="1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your’s</a:t>
            </a: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 ./dashboard/db.py</a:t>
            </a:r>
            <a:endParaRPr lang="en-US" sz="1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ED4B11E-49E0-C244-3994-376990450765}"/>
              </a:ext>
            </a:extLst>
          </p:cNvPr>
          <p:cNvSpPr/>
          <p:nvPr/>
        </p:nvSpPr>
        <p:spPr>
          <a:xfrm>
            <a:off x="2065150" y="3128535"/>
            <a:ext cx="5403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and libraries included in the ./requirements.txt</a:t>
            </a:r>
            <a:endParaRPr lang="en-US" sz="12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0C4E29F6-F196-2FC0-992B-3D5F5D05819B}"/>
              </a:ext>
            </a:extLst>
          </p:cNvPr>
          <p:cNvSpPr/>
          <p:nvPr/>
        </p:nvSpPr>
        <p:spPr>
          <a:xfrm>
            <a:off x="1788470" y="3339641"/>
            <a:ext cx="128016" cy="128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00B4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65719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6162632" y="-369394"/>
            <a:ext cx="3657600" cy="36576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51760"/>
            <a:ext cx="7772400" cy="36576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7" name="Text 5"/>
          <p:cNvSpPr/>
          <p:nvPr/>
        </p:nvSpPr>
        <p:spPr>
          <a:xfrm>
            <a:off x="457200" y="274320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  ·  PROGRESS REPORT  ·  WEEK 3</a:t>
            </a:r>
            <a:endParaRPr lang="en-US" sz="9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B26AD69-4DC6-5E21-3793-F1B8381F54C9}"/>
              </a:ext>
            </a:extLst>
          </p:cNvPr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Thanks for your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221</Words>
  <Application>Microsoft Office PowerPoint</Application>
  <PresentationFormat>On-screen Show (16:9)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Parking System – Week 2 Report</dc:title>
  <dc:subject>PptxGenJS Presentation</dc:subject>
  <dc:creator>PptxGenJS</dc:creator>
  <cp:lastModifiedBy>Minh Nguyễn</cp:lastModifiedBy>
  <cp:revision>10</cp:revision>
  <dcterms:created xsi:type="dcterms:W3CDTF">2026-06-08T06:37:00Z</dcterms:created>
  <dcterms:modified xsi:type="dcterms:W3CDTF">2026-06-23T07:59:32Z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E5A3E497DE7D439C9CC0A698E65BD793_12</vt:lpwstr>
  </property>
  <property fmtid="{D5CDD505-2E9C-101B-9397-08002B2CF9AE}" pid="3" name="KSOProductBuildVer">
    <vt:lpwstr>1033-12.1.0.25180</vt:lpwstr>
  </property>
</Properties>
</file>